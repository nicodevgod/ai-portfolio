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02C39A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proyectos de IA,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cero a producción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· Clasificador de Residuos · Agente Tool-Use · Recomendador · Detector de Objetos · LoRA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decisiones de diseño · bugs reales y cómo se resolvieron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repasar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335024" y="11612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— Chatbot RAG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408176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decisiones, bugs y deploy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81965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1792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— Clasificador de Residuos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335024" y="203911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learning, ONNX, bugs y deploy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45059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450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335024" y="24231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— Agente Tool-Use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335024" y="2670048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calling, el loop del agente, bugs y deploy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08152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335024" y="3054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— Recomendador de Películas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35024" y="3300984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colaborativo, matrices ralas, sin bugs esta vez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71246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335024" y="3685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— Detector de Objetos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335024" y="3931920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YOLOv8n, ONNX, NMS a mano, sin bugs otra vez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343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335024" y="43159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6 — Fine-tuning con LoRA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335024" y="4562856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distilgpt2 aprende estilo pirata, entrenando el 0.98% de sus pesos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97433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4974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1335024" y="49469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transversales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335024" y="51937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repite entre los seis proyectos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60527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2809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5605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1335024" y="55778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1335024" y="5824728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sigue el portafolio de IA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RAG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 sobre mi experiencia, basado en mis propios documentos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RAG y no solo un LLM?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normal solo responde con lo que memorizó en su entrenamiento — no sabe nada sobre mí en particular. Preguntarle directamente "¿quién es Nicolas?" no da ninguna información real.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RAG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antes de responder, se le entrega al LLM un puñado de fragmentos relevantes de mis propios documentos, directamente en el prompt. El modelo no se re-entrena — solo lee el contexto en el momento.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fases separadas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Indexado (una vez, al arrancar)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Consulta (en cada mensaje)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chunks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vector store construido en la Fase A queda en memoria y se reutiliza en cada consulta de la Fase B — por eso indexar es "una vez" y consultar es "cada mensaje".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FASE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Indexado: de documentos a vectores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documentos (load_documents)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data/, usa TextLoader para .md/.txt y PyPDFLoader para .pdf. Hoy: un solo archivo con mi bio, experiencia y proyectos.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en chunks (RecursiveCharacterTextSplitter)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chunk_size=800, chunk_overlap=100. Chunks pequeños se embeben con más precisión que un documento gigante.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embeddings (FastEmbedEmbeddings)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 vía ONNX Runtime — corre local y gratis, sin PyTorch.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Chroma (Chroma.from_documents)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vectorial en memoria: guarda pares (texto, vector) y busca los más cercanos por similitud.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Consulta: de pregunta a respuesta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Embeber la pregunta y buscar (retriever.invoke)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modelo de embeddings; k=4 → los 4 chunks más similares semánticamente (no por palabras clave).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el prompt con el contexto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chunks se insertan en el system prompt, que instruye al modelo a responder solo desde ahí.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genera la respuesta (llm.invoke)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ChatGroq, modelo openai/gpt-oss-20b, temperature=0.2 (respuestas factuales, no creativas).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(app.py)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helpful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 answering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about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Nicolas... based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on the context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provided below.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isn't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context, say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don't have that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 instead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guessing.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{context}"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~384 números que representa el significado de un texto. Textos similares → vectores cercanos en ese espacio.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documentos largos en fragmentos pequeños antes de embeberlos, para que cada vector represente una idea, no un promedio borroso de todo.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significado, no por palabras exactas. "¿A qué se dedica?" puede hacer match con "Ingeniero en Informática".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Anclar al modelo al contexto real vía el system prompt, para que admita no saber en vez de alucinar (inventar).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4352544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llama-3.1-8b-instant ya no existía en Groq (catálogo cambió)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listaron los modelos vigentes vía API y se cambió a openai/gpt-oss-20b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memory en Render: sentence-transformers (PyTorch) pasaba los 512MB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cambió a FastEmbed (ONNX Runtime) — bajó de &gt;512MB a ~330MB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123944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8" name="Text 16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50792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fastembed==0.4.2 no existía en PyPI para el entorno de Render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197096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050792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4050792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corrigió a una versión real y publicada (0.7.3)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24" name="Text 22"/>
          <p:cNvSpPr txBox="1"/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184648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de numpy: langchain pide &lt;2.0, fastembed pide ≥2.1 en Python 3.12+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5330952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5184648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3720" y="5184648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fijó Python 3.10.13 explícitamente en render.yaml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orquestación del pipeline RAG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— vector store en memoria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— embeddings vía ONNX Runtime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(openai/gpt-oss-20b) — generación de respuestas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chat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GROQ_API_KEY (secreta)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pregunta real sobre mi experiencia → respuesta correcta y bien fundamentada, citando proyectos reales del contexto.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Clasificador de Residuos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una foto en 6 categorías de reciclaje usando transfer learning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transfer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una red de reconocimiento de imágenes desde cero requiere millones de fotos etiquetadas y días de cómputo en GPU — nada realista para un proyecto de práctica.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transfer learning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una red ya entrenada en un problema genérico gigante (1000 categorías, 1.2 millones de fotos) y solo reenseñarle la última capa con mis 6 categorías y unos cientos de imágenes.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vs. inferencia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Entrenamiento (train.py, una vez, en mi máquina)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pre-entrenada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capa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ONNX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Inferencia (app.py, en cada foto subida)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sube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por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entrenado (waste_classifier.onnx) es el único puente entre las dos fases — por eso el servidor de producción nunca necesita instalar PyTorch.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A (parte 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balanceado y modelo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desbalanceado → muestreo parejo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garythung/trashnet tiene clases muy dispares (ej. "trash" mucho menor que "paper"). Se tomaron 150 imágenes por clase (900 en total) para evitar que el modelo aprenda a favorecer las clases más comunes.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pre-entrenado (ImageNet)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pequeña y rápida, pensada para celulares. Ya sabe detectar bordes, texturas y formas genéricas.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model.features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requires_grad = False en todas las capas convolucionales — ese conocimiento visual genérico no se toca.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model.classifier[1]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capa final con 6 salidas (antes 1000, las clases de ImageNet). Solo esta capa se entrena.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A (parte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y exportación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de entrenamiento (5 épocas)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época: predecir → medir error (cross-entropy) → ajustar solo los pesos de la capa final. Accuracy: 50% (época 1) → 78% (época 5).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(RandomHorizontalFlip)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Voltear imágenes al azar durante el entrenamiento para generalizar mejor con pocos datos.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 ONNX (torch.onnx.export)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estándar ejecutable con ONNX Runtime, sin necesitar PyTorch instalado en el servidor de producción.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ENTRENAMIENTO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1.36 - acc 49.8%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2/5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0.88 - acc 68.7%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3/5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0.71 - acc 75.3%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4/5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0.67 - acc 77.9%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5/5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0.62 - acc 77.9%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Exportado: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waste_classifier.onnx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(8.9 MB)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Inferencia: la parte más delicada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modelo ONNX (una sola vez)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InferenceSession al arrancar el servidor — igual que el vectorstore del chatbot.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 EXACTO igual que en el entrenamiento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tamaño (160×160), mismo rango (÷255), misma normalización (mean/std de ImageNet), mismo orden de ejes (HWC→CHW). Si algo no calza, el modelo no falla — predice mal en silencio.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convierte logits en probabilidades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números crudos del modelo se convierten en 6 probabilidades que suman 100%, listas para mostrar en gr.Label.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EN LA PRÁCTICA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crudos: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glass:     2.3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metal:     1.8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cardboard: -0.5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softmax ↓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probabilidades: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glass:     77%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metal:     16%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cardboard:  2%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(siempre suman 100%,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incluso si la foto no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ninguna categoría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conocida)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una red ya entrenada en un problema grande y genérico, adaptando solo la parte final a un problema nuevo y específico.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congeladas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que no se actualizan durante el entrenamiento (requires_grad=False) — se preserva el conocimiento visual ya aprendido.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vs. probabilidades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logits son la salida cruda del modelo (cualquier magnitud); softmax los convierte en probabilidades que suman 100%.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inferencia liviano que ejecuta modelos exportados sin necesitar la librería original (PyTorch) — clave para deploys con poca RAM.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2084832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con streaming=True se caía con MemoryError decodificando ciertas imágenes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cambió a descarga normal + muestreo balanceado manual sobre el dataset completo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gradio==5.7.1 crasheaba generando el schema de la API para gr.Label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actualizó a gradio==5.50.0, donde el bug ya estaba corregido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torchvision — entrenamiento (solo local/dev)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— arquitectura base (ImageNet)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datasets — garythung/trashnet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inferencia en producción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subida de foto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secretas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local, sin API externa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fotos reales de prueba → "cardboard" 99.6%, "glass" 76.7%, "paper" 94.0% de confianza.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Tool-Use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cuándo llamar herramientas reales: calculadora, clima, Wikipedia, hora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tool-use (function calling)?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normal solo genera texto: no puede calcular con precisión, no sabe el clima de hoy ni la hora actual. Si le preguntas, inventa una respuesta que suena bien pero puede ser falsa (alucinación).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function calling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responder directo, el modelo puede pedir "ejecuta la función calculator con expression='23*4'". Python corre esa función de verdad y le devuelve el resultado, para que termine su respuesta con datos reales en la mano.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del agente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— se repite hasta tener suficiente información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¿Necesita una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ejecuta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real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— verificado en producción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"clima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Ovalle?"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(city='Ovalle')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13.0°C, viento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km/h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"Está a 13°C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Ovalle"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los proyectos 1 y 2, acá no hay dos fases separadas — es un solo ciclo que puede repetirse varias veces (hasta MAX_STEPS) antes de dar la respuesta final.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LAS HERRAMIENTAS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herramientas, sin frameworks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(evaluación segura, no eval())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arma el string de la expresión — un eval() crudo sería ejecución de código arbitrario. Se usa ast.parse() y solo se permiten números y operadores aritméticos.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(get_weather, Open-Meteo)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 (ciudad → lat/lon) + forecast (lat/lon → clima actual). Gratis, sin API key.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Wikipedia (search_wikipedia)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más problemas dio — ver troubleshooting. Hoy resuelve el título real antes de pedir el resumen.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actual (get_current_time)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sin llamada de red — usa zoneinfo (librería estándar) para cualquier zona horaria IANA.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 UNA HERRAMIENTA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"type": "function",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"function":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"calculator",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"Evaluate 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basic arithmetic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expression",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"parameters":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"type": "object",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"properties":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"expression":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{"type":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"string"}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"required":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["expression"]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EL LOOP DEL AGENTE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run_agent(): la pieza central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al modelo con tools=TOOL_SCHEMAS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parámetro es lo que habilita function calling — sin él, la API se comporta como un chat normal.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pidió ninguna herramienta?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 su respuesta final — se devuelve el texto y el ciclo termina.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¿Pidió una herramienta?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su petición en el historial, Python ejecuta la función real, y el resultado se agrega con role: "tool". El ciclo vuelve a empezar.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= 5 como salvaguarda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límite, un agente con bugs (como el que encontramos) podría pedir herramientas para siempre.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RECHAZABA ESTO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funciona: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message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.model_dump()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incluye campos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 que Groq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rechaza (ej.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"annotations")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SÍ funciona: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"role":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"assistant",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"content":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message.content,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"tool_calls":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[...]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/ tool-use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de un LLM de pedir la ejecución de una función real en vez de solo generar texto — la base de todo "agente de IA".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(JSON Schema)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descripción estructurada de una herramienta (nombre, propósito, argumentos) que el modelo lee para decidir cómo llamarla.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como control de comportamiento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bugs se arreglan con código — a veces el fix real es una instrucción más clara en el prompt.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Salvaguarda de pasos máximos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límite explícito de vueltas del ciclo, para que un agente con bugs no quede pidiendo herramientas para siempre.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2084832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de Wikipedia rechazaba las peticiones (403: falta un User-Agent)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agregó un header User-Agent descriptivo, como exige su política de bots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reintentaba variaciones de una búsqueda fallida hasta agotar MAX_STEPS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ahora resuelve el título real primero, y el prompt le dice explícitamente que no reintente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(SDK oficial) — sin LangChain, protocolo visible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— Open-Meteo y Wikipedia (APIs gratis)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zoneinfo (estándar) — hora por zona horaria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(openai/gpt-oss-20b) — decide qué herramienta usar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muestra los pasos del agente en cada respuesta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GROQ_API_KEY (secreta)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pregunta compuesta (clima + cálculo) → llamó a get_weather correctamente y resolvió ambas partes.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Recomendador de Películas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colaborativo: recomienda sin redes neuronales, con matrices y similitud coseno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filtrado colaborativo?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problema de IA necesita una red neuronal. Recomendar películas parecidas podría intentarse con deep learning, pero sería sobre-ingeniería cuando el patrón real es más simple: usuarios parecidos tienden a gustar de cosas parecidas.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filtrado colaborativo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cada película como un vector de cómo la calificó cada usuario, y comparar películas por similitud coseno entre esos vectores. Ni géneros ni actores — la recomendación surge solo del patrón de calificaciones.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Otra vez, dos fases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Indexado (build_index, una vez, al arrancar)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los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películas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pocas ratings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matriz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rala (sparse)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Consulta (recommend, en cada búsqueda)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elige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película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contra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demás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por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patrón mental que el chatbot RAG: indexar una vez, consultar muchas veces. Acá 'indexar' es construir la matriz de calificaciones, no embeddings de texto.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FASE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el índice (build_index)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los CSVs (movies.csv, ratings.csv)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ml-latest-small: ~100.000 calificaciones, ~9700 películas, 610 usuarios. Nunca se usan los géneros — solo el patrón de calificaciones.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películas con pocas calificaciones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1033272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MIN_RATINGS=10 descarta películas sin señal suficiente para una similitud confiable. Sobreviven ~2270 de las ~9700.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matriz RALA (csr_matrix)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1033272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películas × usuarios. Solo se guardan las ~81.000 celdas con valor real, no las ~1.38 millones de huecos — la diferencia entre caber en memoria y no caber.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consulta (recommend)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el vector de la película elegida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fila completa en la matriz: cómo la calificó cada uno de los 610 usuarios.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 contra toda la matriz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llamada vectorizada compara ese vector contra las ~2270 películas a la vez, sin loops en Python.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y devolver el top 10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 la propia película (similitud 1.0 consigo misma) antes de completar la lista.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crudos no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existen acá --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geometría: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Toy Story vs.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Toy Story 2: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0.57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Toy Story vs.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Pulp Fiction: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0.12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(mismos usuarios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calificando parecido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vectores apuntando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la misma direccion)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colaborativo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basado en el comportamiento colectivo de miles de usuarios, no en entender el contenido (género, actores) de lo recomendado.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rala (sparse)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que solo guarda las celdas con valor real, ignorando los huecos — clave cuando la mayoría de combinaciones usuario-ítem nunca ocurrieron.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parecida es la dirección de dos vectores (-1 a 1), ignorando su magnitud. Base de la búsqueda semántica del proyecto 1 también.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cuadrática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Precalcular todas las similitudes entre todos los pares crece con el cuadrado del catálogo — el mismo tipo de trampa de memoria de los proyectos 1 y 2.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DECISIÓN DE 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bugs esta vez — pero 1 decisión que evitó uno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950976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Tentación: precalcular toda la matriz película-película al arrancar (2270×2270)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la similitud una fila a la vez, por consulta — nunca se guarda la matriz completa en memoria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cargar y filtrar los CSVs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(csr_matrix) — matriz rala de calificaciones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(cosine_similarity) — comparar películas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dropdown con búsqueda de películas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secretas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API externa, dataset incluido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"Toy Story (1995)" → Toy Story 2, Jurassic Park, Star Wars — resultado idéntico al local, primer deploy sin bugs.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 de Objetos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dibuja una caja y una etiqueta sobre cada objeto que reconoce en una foto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YOLO necesita más que clasificar?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(proyecto 2) responde una sola pregunta por imagen: "¿qué es esto?". Pero una foto real puede tener cero, una o veinte objetos distintos, cada uno en una posición distinta — clasificación no alcanza.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detección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(pre-entrenado en COCO, 80 categorías) no solo dice qué hay — dice dónde: predice miles de cajas candidatas por imagen, cada una con su propia clase y nivel de confianza.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pesos pre-entrenados a cajas dibujadas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(export_onnx.py, una vez, offline)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YOLOv8n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pre-entrenado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ONNX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(app.py, en cada foto subida)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sube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 +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ONNX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NMS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dibujadas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foto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model/yolov8n.onnx es el único puente entre las dos fases — igual que en el clasificador de residuos, el servidor de producción nunca necesita instalar PyTorch ni Ultralytics.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PREPROCESAMIENTO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Letterbox: por qué no un resize directo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resize directo distorsiona la imagen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Estirar una foto rectangular a 640×640 cambia las proporciones reales de cada objeto — YOLO fue entrenado con proporciones reales, así que sus cajas saldrían mal calibradas.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Letterbox: redimensionar + rellenar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escala manteniendo la proporción original y se rellena el sobrante con gris (114,114,114) — la misma técnica que usan los reproductores de video para mostrar contenido 16:9 en una pantalla 4:3.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ratio y padding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únicos datos que permiten, después, traducir una caja detectada en el espacio 640×640 con relleno de vuelta a las coordenadas reales de la foto original.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 (app.py)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min(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size/w, size/h)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new_w = w*ratio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new_h = h*ratio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 = Image.new(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"RGB",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(640,640),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(114,114,114))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canvas.paste(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resized,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(pad_x,pad_y))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DECODIFICAR Y LIMPIAR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8400 candidatos a cajas reales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8400 candidatos, 84 números cada uno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números de caja (centro x/y, ancho, alto) + 80 probabilidades de clase, uno por cada posición de una grilla que cubre la imagen a distintas escalas.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confianza (≥35%)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inmensa mayoría de los 8400 candidatos son ruido — el umbral deja normalmente solo un puñado de detecciones reales por foto.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NMS: eliminar cajas duplicadas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objeto genera varias cajas casi idénticas superpuestas. Non-Max Suppression se queda con la de mayor confianza y descarta las que se solapan demasiado (IoU alto).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SEPARAR POR CLASE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offset gigante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 clase antes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 comparar IoU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= 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class_ids[:,None]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10_000.0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boxes_for_nms = 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boxes + offset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perro y gato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juntos ya no se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suprimen entre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objetos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clasificar, dice qué objetos hay Y dónde está cada uno — puede haber cero, uno o muchos por imagen.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de candidatos (8400)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evalúa miles de posiciones posibles a la vez en una sola pasada de la red, no una por una.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(Intersection over Union)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compartida entre dos cajas dividida por su área combinada — mide cuánto se superponen dos detecciones.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 Suppression (NMS)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greedy que elimina cajas redundantes sobre el mismo objeto, quedándose solo con la de mayor confianza.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DECISIÓN DE 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bugs esta vez — pero 1 decisión que evitó instalar torch en producción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950976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Tentación: usar torchvision.ops.nms, la función ya lista para usar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implementó IoU + NMS a mano en numpy (15 líneas) — así requirements.txt nunca necesita instalar torch completo solo para una función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5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+ PyTorch — exportar el modelo (solo local/dev)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arquitectura pre-entrenada en COCO (80 clases)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inferencia en producción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decodificación y NMS manual, sin torchvision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subida de foto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secretas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ONNX incluido en el repo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bus.jpg → bus (84%) y 4 personas (90%, 88%, 87%, 43%) detectadas y ubicadas correctamente, idéntico al resultado local.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con LoRA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distilgpt2 aprende a hablar como pirata entrenando solo el 0.98% de sus parámetros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6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no reentrenar todo el modelo?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un modelo a una tarea o estilo nuevo con fine-tuning completo significa actualizar los ~82 millones de parámetros de distilgpt2 — cada ajuste nuevo produce una copia entera del modelo (cientos de MB) y consume cómputo de sobra.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LoRA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tocar la matriz de pesos W, LoRA la congela y aprende una actualización de rango bajo ΔW = A·B con matrices mucho más chicas. Solo A y B se entrenan — el resto del modelo nunca cambia.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6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pesos congelados a un servidor sin PyTorch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+ EXPORTAR (train_lora.py, export_onnx.py — una vez)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todo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agregar LoRA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solo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 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Fusionar 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 ONNX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Cuantizar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INT8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(app.py, en cada consulta — sin torch)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Tokenizar con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onnxruntime.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InferenceSession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manual: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KV-cache + top-p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pirata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cuantizado (82MB) es el único artefacto que llega a producción — ni distilgpt2 completo (~330MB) ni PyTorch viajan hasta ahí.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6 · LORACONFIG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y cuánto adaptar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r=16: el rango de las matrices A/B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más alto, más capacidad tiene el adaptador para aprender — pero también más parámetros entrenables. 16 es un punto intermedio típico para tareas de estilo.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target_modules: en qué capas se inyecta LoRA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c_attn (proyección Q/K/V de la atención) y c_proj (salida de atención y del MLP) — peft encuentra cada capa por nombre y le agrega su propio adaptador.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print_trainable_parameters(): la prueba concreta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811.008 parámetros entrenables de 82.723.584 totales — el 0.98%. El 99% restante del modelo nunca se toca.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LORACONFIG (train_lora.py)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LoraConfig(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r=16,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lora_alpha=32,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target_modules=[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"c_attn",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"c_proj",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lora_dropout=0.05,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bias="none",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task_type=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"CAUSAL_LM",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6 · ENTRENAMIENTO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manual, sin Trainer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 entrenamiento manual, sin Trainer de HF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 loss → backward → optimizer.step(), visible paso a paso — la misma preferencia por transparencia que el agente tool-use (proyecto 3).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solo el adaptador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model.save_pretrained() escribe apenas 3.2MB -- distilgpt2 completo pesa ~330MB. Por eso el adaptador cabe cómodo en GitHub sin Git LFS.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Fusionar + exportar + cuantizar (export_onnx.py)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merge_and_unload() combina el adaptador en los pesos; optimum exporta a ONNX; quantize_dynamic() reduce a INT8 -- de ~330MB a ~82MB.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LOOP MANUAL (app.py)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feeds =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"input_ids": ids,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"attention_mask":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mask,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"position_ids":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**past,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session.run(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None, feeds)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out[0]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[0, -1]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next_tok = 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_sample_top_p(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logits)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past = out[1:]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(nuevo cache)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6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(Low-Rank Adaptation)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fine-tuning eficiente: congela los pesos originales y aprende una actualización de rango bajo (ΔW=A·B) mucho más chica que el modelo completo.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(r)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 las matrices A y B — controla cuánta capacidad tiene el adaptador para aprender, y cuántos parámetros nuevos se entrenan.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resultante del fine-tuning con LoRA — solo A y B, nunca el modelo base. Se puede compartir, intercambiar o apagar sin tocar los pesos originales.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de lo ya calculado en pasos anteriores de generación -- sin ella, cada token nuevo recalcularía toda la secuencia desde cero.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6 · TROUBLESHOOTING (ENTRENAMIENTO)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primer entrenamiento no mostraba ningún efecto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950976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épocas, lr=2e-4, LoRA solo en c_attn — la pérdida bajaba (7.66→2.74) pero la generación libre nunca sonaba a pirata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8→16, se agregó c_proj, lr 2e-4→5e-4, épocas 4→20 — pérdida bajó a 0.23 y el estilo pirata ya generalizaba a prompts nuevos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6 · TROUBLESHOOTING (DEPLOY)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intentos de deploy hasta medir en el lugar correcto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32186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 1: PyTorch + transformers directo, igual que en desarrollo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al iniciar, nunca abrió el puerto — se exportó a ONNX cuantizado (igual patrón que proyectos 1, 2 y 5)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Intentos 2-3: build arreglado (torch-cpu confirmado, hilos fijados a 1) — pero seguía OOM en cada solicitud, 5 de 5 veces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de memoria en producción reveló la causa real: tras cargar el modelo quedaban solo 6MB de margen antes del límite de 512MB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123944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8" name="Text 16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50792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raíz: optimum seguía dependiendo de torch -- solo importarlo (sin usarlo para cómputo) costaba 100-200MB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197096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050792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4050792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eliminó torch/transformers/optimum del todo: onnxruntime + loop de decodificación manual -- de ~490MB a ~240MB en reposo, estable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6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peft + optimum — entrenar y exportar (solo local/dev)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onnxruntime + tokenizers + numpy — producción, sin torch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distilgpt2 — modelo base (82M parámetros, Hugging Face Hub)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comparación base vs. LoRA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secretas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ONNX cuantizado incluido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(82MB), loop de generación manual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 tras 4 intentos: ~240MB en reposo, ~345MB estable bajo solicitudes reales repetidas -- 6 de 6 generaciones correctas, cero caídas por memoria.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que se repiten en los seis proyectos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1325880"/>
            <a:ext cx="283464" cy="2834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6656" y="1325880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261872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Liviano en producción, pesado solo en desarrollo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481328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PyTorch/sentence-transformers/Ultralytics entrenan y prueban local; ONNX Runtime / FastEmbed corren en el servidor. Nada de torch en el deploy final.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65376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956816"/>
            <a:ext cx="283464" cy="2834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" y="195681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1892808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versiones, no confíes en "latest"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112264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explícito, versiones exactas en requirements.txt. Los free tiers cambian de Python por defecto sin avisar, y eso rompe builds silenciosamente.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49631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" y="2587752"/>
            <a:ext cx="283464" cy="2834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" y="258775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252374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"Compila" no es "funciona"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2743200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parecían listos tras el build — pero fallaban en runtime real (memoria, esquema, un loop infinito). Siempre se probó con una pregunta real contra el servidor desplegado.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218688"/>
            <a:ext cx="283464" cy="2834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" y="32186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3154680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free tiers tienen límites reales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374136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512MB de RAM, cold starts de 30-60s, cambios de precios de un día para otro (Hugging Face Spaces). Hay que diseñar para esas restricciones, no asumirlas.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75818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656" y="3849624"/>
            <a:ext cx="283464" cy="2834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6656" y="384962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3785616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que genera un LLM no es seguro por defecto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4005072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arma expresiones para un eval() es una vulnerabilidad de ejecución de código. Y no todo bug se arregla con código — a veces el fix real es el prompt.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" y="4480560"/>
            <a:ext cx="283464" cy="2834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" y="4480560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207008" y="4416552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problema necesita deep learning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4636008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recomendador de películas (proyecto 4) no usó ninguna red neuronal — matrices ralas y similitud coseno bastaron, y fue el único deploy sin bugs de ese tipo.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020056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7F7"/>
          </a:solidFill>
          <a:ln/>
        </p:spPr>
      </p:sp>
      <p:sp>
        <p:nvSpPr>
          <p:cNvPr id="35" name="Shape 33"/>
          <p:cNvSpPr/>
          <p:nvPr/>
        </p:nvSpPr>
        <p:spPr>
          <a:xfrm>
            <a:off x="676656" y="5111496"/>
            <a:ext cx="283464" cy="2834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6656" y="511149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207008" y="5047488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Reimplementar una función simple &gt; instalar la librería entera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207008" y="5266944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segura con ast en vez de eval() (proyecto 3), similitud por consulta en vez de precalculada (proyecto 4), IoU/NMS a mano en vez de torchvision (proyecto 5) — el mismo patrón, tres veces.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565099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" y="5742432"/>
            <a:ext cx="283464" cy="2834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76656" y="574243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207008" y="567842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 el entorno real gana a razonar desde otro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207008" y="5897880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6 parecía resuelto con ONNX, pero igual fallaba en Render — hasta loguear memoria en producción (no en Windows) reveló que torch costaba 100-200MB solo por existir.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5029200" cy="5029200"/>
          </a:xfrm>
          <a:prstGeom prst="ellipse">
            <a:avLst/>
          </a:prstGeom>
          <a:solidFill>
            <a:srgbClr val="00A896">
              <a:alpha val="11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6 proyectos a un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portafolio de IA completo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73075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657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(audio) — la última modalidad pendiente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portafolio de IA vivirá en un repo nuevo, separado, con un enlace al portafolio web actual.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2026-10-01T01:27:08Z</dcterms:created>
  <dcterms:modified xsi:type="dcterms:W3CDTF">2026-10-01T01:27:08Z</dcterms:modified>
</cp:coreProperties>
</file>